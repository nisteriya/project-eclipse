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9" r:id="rId4"/>
    <p:sldId id="261" r:id="rId5"/>
    <p:sldId id="262" r:id="rId6"/>
    <p:sldId id="264" r:id="rId7"/>
  </p:sldIdLst>
  <p:sldSz cx="12192000" cy="6858000"/>
  <p:notesSz cx="7103745" cy="102342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494" y="6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434212"/>
            <a:ext cx="9144000" cy="2187001"/>
          </a:xfrm>
        </p:spPr>
        <p:txBody>
          <a:bodyPr/>
          <a:lstStyle/>
          <a:p>
            <a:r>
              <a:rPr lang="en-US" altLang="ru-RU">
                <a:solidFill>
                  <a:schemeClr val="tx1"/>
                </a:solidFill>
              </a:rPr>
              <a:t>Project Eclipse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713288"/>
            <a:ext cx="9144000" cy="1655762"/>
          </a:xfrm>
        </p:spPr>
        <p:txBody>
          <a:bodyPr/>
          <a:lstStyle/>
          <a:p>
            <a:r>
              <a:rPr lang="ru-RU" altLang="ru-RU">
                <a:solidFill>
                  <a:schemeClr val="tx1"/>
                </a:solidFill>
              </a:rPr>
              <a:t>Работу выполнили: </a:t>
            </a:r>
            <a:endParaRPr lang="ru-RU" altLang="ru-RU">
              <a:solidFill>
                <a:schemeClr val="tx1"/>
              </a:solidFill>
            </a:endParaRPr>
          </a:p>
          <a:p>
            <a:r>
              <a:rPr lang="ru-RU" altLang="ru-RU">
                <a:solidFill>
                  <a:schemeClr val="tx1"/>
                </a:solidFill>
              </a:rPr>
              <a:t>Аринин Андрей</a:t>
            </a:r>
            <a:endParaRPr lang="ru-RU" altLang="ru-RU">
              <a:solidFill>
                <a:schemeClr val="tx1"/>
              </a:solidFill>
            </a:endParaRPr>
          </a:p>
          <a:p>
            <a:r>
              <a:rPr lang="ru-RU" altLang="ru-RU">
                <a:solidFill>
                  <a:schemeClr val="tx1"/>
                </a:solidFill>
              </a:rPr>
              <a:t>Радьков Степан</a:t>
            </a:r>
            <a:endParaRPr lang="ru-RU" altLang="ru-RU">
              <a:solidFill>
                <a:schemeClr val="tx1"/>
              </a:solidFill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rcRect t="18714" b="18953"/>
          <a:stretch>
            <a:fillRect/>
          </a:stretch>
        </p:blipFill>
        <p:spPr>
          <a:xfrm>
            <a:off x="3773170" y="782955"/>
            <a:ext cx="4645660" cy="2646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Описание файловой системы 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934210"/>
            <a:ext cx="5225415" cy="435165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Основные характеристики:</a:t>
            </a:r>
            <a:endParaRPr kumimoji="0" lang="ru-RU" sz="2400" b="1" i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Тип: Виртуальная (работает в оперативной памяти)</a:t>
            </a:r>
            <a:endParaRPr kumimoji="0" lang="ru-RU" sz="2400" b="0" i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Формат хранения: Текстовый (с разделителями /)</a:t>
            </a:r>
            <a:endParaRPr kumimoji="0" lang="ru-RU" sz="2400" b="0" i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735320" y="1934210"/>
            <a:ext cx="6096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Поддерживаемые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операции:</a:t>
            </a:r>
            <a:endParaRPr kumimoji="0" lang="en-US" sz="2400" b="1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Создание/удаление файлов</a:t>
            </a:r>
            <a:endParaRPr kumimoji="0" lang="en-US" sz="2400" b="0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Чтение/изменение содержимого</a:t>
            </a:r>
            <a:endParaRPr kumimoji="0" lang="en-US" sz="2400" b="0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Поиск по имени</a:t>
            </a:r>
            <a:endParaRPr kumimoji="0" lang="en-US" sz="2400" b="0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Особенности:</a:t>
            </a:r>
            <a:endParaRPr kumimoji="0" lang="en-US" sz="2400" b="1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Простота интеграции в проекты на C</a:t>
            </a:r>
            <a:endParaRPr kumimoji="0" lang="en-US" sz="2400" b="0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Нет зависимости от ОС</a:t>
            </a:r>
            <a:endParaRPr kumimoji="0" lang="en-US" sz="2400" b="0" i="0" u="none" strike="noStrike" cap="none" normalizeH="0" baseline="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Поддержка кириллицы</a:t>
            </a:r>
            <a:endParaRPr lang="en-US" sz="24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filesystem.h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Содержит следующие функции: 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-create_open_file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-view_file 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-delete_file 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-add_file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-modify_file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477" y="1027906"/>
            <a:ext cx="4526672" cy="4130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Описание функций системы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6680" y="1491615"/>
            <a:ext cx="6282055" cy="491363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create_open_file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Создает новый или открывает существующий файл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Пример: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FILE* файл = открыть_или_создать_файл("data.txt");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view_file</a:t>
            </a:r>
            <a:endParaRPr lang="en-US" sz="2000" b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Возвращает содержимое файла как строку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Пример: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char* текст = просмотреть_файл("fs.disk", "документ.txt");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delete_file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Удаляет файл из системы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Возвращает: 1 (успех) или 0 (ошибка)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ru-RU" altLang="en-US" sz="20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388735" y="1491615"/>
            <a:ext cx="580390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add_file</a:t>
            </a:r>
            <a:endParaRPr lang="en-US" sz="2000" b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Добавляет новый файл.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20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Если файл с таким именем уже существует, возникает сообщение об ошибке. Затем функция принимает имя файла, чье содержимое будет записано в новый файл.</a:t>
            </a:r>
            <a:endParaRPr lang="ru-RU" altLang="ru-RU" sz="200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20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Пример: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20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имя нового файла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20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имя существующего файла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изменить_файл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Полная замена содержимого файла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Пример: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изменить_файл("fs.disk", "отчёт.txt", "Новые данные"); </a:t>
            </a:r>
            <a:endParaRPr kumimoji="0" lang="ru-RU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en-US" sz="2000" b="0" u="none" strike="noStrike" cap="none" normalizeH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Работа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Нужно скомпилировать файл, прописав команду: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gcc main.c filesystem.c -o fs_program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Для</a:t>
            </a:r>
            <a:r>
              <a:rPr lang="en-US" alt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работы функций нужно прописать библиотеку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#include "filesystem.h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1314</Words>
  <Application>WPS Presentation</Application>
  <PresentationFormat>Широкоэкранный</PresentationFormat>
  <Paragraphs>73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Courier New</vt:lpstr>
      <vt:lpstr>Calibri Light</vt:lpstr>
      <vt:lpstr>Calibri</vt:lpstr>
      <vt:lpstr>Microsoft YaHei</vt:lpstr>
      <vt:lpstr>Arial Unicode MS</vt:lpstr>
      <vt:lpstr>Office Theme</vt:lpstr>
      <vt:lpstr>Project Eclipse</vt:lpstr>
      <vt:lpstr>Описание файловой системы </vt:lpstr>
      <vt:lpstr>filesystem.h</vt:lpstr>
      <vt:lpstr>Описание функций системы</vt:lpstr>
      <vt:lpstr>Работа проекта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Andrex</cp:lastModifiedBy>
  <cp:revision>5</cp:revision>
  <dcterms:created xsi:type="dcterms:W3CDTF">2025-05-28T16:06:00Z</dcterms:created>
  <dcterms:modified xsi:type="dcterms:W3CDTF">2025-05-29T08:35:03Z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1049-12.2.0.21179</vt:lpwstr>
  </property>
  <property fmtid="{D5CDD505-2E9C-101B-9397-08002B2CF9AE}" pid="3" name="ICV">
    <vt:lpwstr>519C7EBFC23A41E883115EC7D8FBBB50_12</vt:lpwstr>
  </property>
</Properties>
</file>